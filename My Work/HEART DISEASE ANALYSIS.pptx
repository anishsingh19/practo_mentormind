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60" r:id="rId5"/>
    <p:sldId id="259" r:id="rId6"/>
    <p:sldId id="262" r:id="rId7"/>
    <p:sldId id="265" r:id="rId8"/>
    <p:sldId id="267" r:id="rId9"/>
    <p:sldId id="264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68" d="100"/>
          <a:sy n="68" d="100"/>
        </p:scale>
        <p:origin x="816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10/7/2024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10/7/2024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10/7/2024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10/7/2024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10/7/2024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10/7/2024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10/7/2024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10/7/2024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10/7/2024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HEART DISEASE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ANISH SINGH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Heart disease is a leading cause of death globally.</a:t>
            </a:r>
          </a:p>
          <a:p>
            <a:r>
              <a:rPr lang="en-US" dirty="0"/>
              <a:t>This project analyzes health and demographic data to identify common traits leading to heart disease.</a:t>
            </a:r>
          </a:p>
          <a:p>
            <a:r>
              <a:rPr lang="en-US" dirty="0"/>
              <a:t>Insights gained can help improve early diagnosis and preventive care.</a:t>
            </a:r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E8B5F-9623-0CCB-6C04-652A27E1E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Heart disease is one of the leading causes of death globally. It encompasses various conditions, including coronary artery disease, heart attacks, and strokes. </a:t>
            </a:r>
          </a:p>
          <a:p>
            <a:pPr algn="just"/>
            <a:r>
              <a:rPr lang="en-US" dirty="0"/>
              <a:t>With rising healthcare costs and the importance of preventive care, understanding common risk factors associated with heart disease is crucial. </a:t>
            </a:r>
          </a:p>
          <a:p>
            <a:pPr algn="just"/>
            <a:r>
              <a:rPr lang="en-US" dirty="0"/>
              <a:t>The problem revolves around identifying these risk factors using health and demographic data to provide insights that could improve early diagnosis, lifestyle changes, and interventions.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of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10573816" cy="4575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project focuses on analyzing a dataset of health and demographic data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key factors that contribute to heart disease.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patterns or correlations between different demographic factors (such as age, gender, lifestyle choices) and heart disease prevalence.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Apply data analytics and visualization techniques to predict the likelihood of heart disease.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actionable insights to healthcare professionals, policymakers, and individuals to aid in preventive measures.</a:t>
            </a:r>
          </a:p>
        </p:txBody>
      </p:sp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of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Inclusions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Analysis of common demographic traits (age, gender, lifestyle).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Identification of health markers (cholesterol, blood pressure, etc.) that contribute to heart disease.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C2494D-9F94-B2B2-A585-4405265F44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Exclusions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Complex genetic factors are not covered in this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Longitudinal data (this project uses a snapshot of patient data).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Report Details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424" y="1828799"/>
            <a:ext cx="10729192" cy="4624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research is conducted using a dataset by </a:t>
            </a:r>
            <a:r>
              <a:rPr lang="en-US" dirty="0" err="1"/>
              <a:t>Practo</a:t>
            </a:r>
            <a:r>
              <a:rPr lang="en-US" dirty="0"/>
              <a:t> (</a:t>
            </a:r>
            <a:r>
              <a:rPr lang="en-US" dirty="0" err="1"/>
              <a:t>india’s</a:t>
            </a:r>
            <a:r>
              <a:rPr lang="en-US" dirty="0"/>
              <a:t> one of the top video consulting services in healthcare) made available by </a:t>
            </a:r>
            <a:r>
              <a:rPr lang="en-US" dirty="0" err="1"/>
              <a:t>MentorMind</a:t>
            </a:r>
            <a:r>
              <a:rPr lang="en-US" dirty="0"/>
              <a:t> .The dataset contains variables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Age, Gender, Cholesterol Levels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Blood Pressure, Smoking Habits, Alcohol Consumption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History of diabetes, physical inactivity, body mass index (BMI)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Heart disease outcome (binary: presence or absence)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Report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analysis covers: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cleaning and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Statistical analysis to detect correlations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Predictive modeling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Visualization of results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10573816" cy="4575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Correlation Heatmaps: A heatmap of correlations between different variables can highlight which demographic or health markers are most associated with heart disease.</a:t>
            </a:r>
          </a:p>
          <a:p>
            <a:pPr marL="0" indent="0">
              <a:buNone/>
            </a:pPr>
            <a:r>
              <a:rPr lang="en-US" dirty="0"/>
              <a:t>Histograms and Density Plots: These are used to show the distribution of risk factors like cholesterol or blood pressure across the population.</a:t>
            </a:r>
          </a:p>
          <a:p>
            <a:pPr marL="0" indent="0">
              <a:buNone/>
            </a:pPr>
            <a:r>
              <a:rPr lang="en-US" dirty="0"/>
              <a:t>Boxplots: Useful for comparing different age groups, genders, or lifestyle factors and their impact on heart disease.</a:t>
            </a:r>
          </a:p>
        </p:txBody>
      </p:sp>
    </p:spTree>
    <p:extLst>
      <p:ext uri="{BB962C8B-B14F-4D97-AF65-F5344CB8AC3E}">
        <p14:creationId xmlns:p14="http://schemas.microsoft.com/office/powerpoint/2010/main" val="907152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E8D6-DDC1-52CA-7647-72B0CEC9D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Insights &amp; Key Findings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C5D3D-37D9-A1DA-37C2-6273FC4FE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Age and cholesterol are among the most significant factors leading to heart disease, with older individuals and those with higher cholesterol levels showing increased risk.</a:t>
            </a:r>
          </a:p>
          <a:p>
            <a:r>
              <a:rPr lang="en-US" dirty="0"/>
              <a:t>Lifestyle choices such as smoking and physical inactivity are strongly correlated with heart disease.</a:t>
            </a:r>
          </a:p>
          <a:p>
            <a:r>
              <a:rPr lang="en-US" dirty="0"/>
              <a:t>High blood pressure (hypertension) and diabetes also show a significant correlation with heart disease prevalence.</a:t>
            </a:r>
          </a:p>
          <a:p>
            <a:r>
              <a:rPr lang="en-US" dirty="0"/>
              <a:t>Preventive measures like regular exercise, smoking cessation, and managing cholesterol levels are critical in reducing heart disease risks.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86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797121-D630-84CF-0E71-1D0BC6975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 factors most strongly associated with heart disease in the dataset include high blood pressure, high cholesterol, smoking, stroke, high BMI, diabetes, physical inactivity, age, and sex.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These findings reinforce the well-established understanding that heart disease is a multifactorial condition, with both modifiable (e.g., smoking, cholesterol, hypertension) and non-modifiable (e.g., age, sex) risk factors playing significant roles.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These associations emphasize the importance of lifestyle interventions and regular health monitoring to reduce the risk of heart disease, particularly for individuals with multiple risk factors.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92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EAE9E3-6B10-F8DB-2341-5B38A90A4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197565-4CDC-1DA6-E90E-D028EB171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74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59</TotalTime>
  <Words>627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Franklin Gothic Medium</vt:lpstr>
      <vt:lpstr>Medical Design 16x9</vt:lpstr>
      <vt:lpstr>HEART DISEASE ANALYSIS</vt:lpstr>
      <vt:lpstr>Overview</vt:lpstr>
      <vt:lpstr>Problem Statement</vt:lpstr>
      <vt:lpstr>Scope of Work</vt:lpstr>
      <vt:lpstr>Scope of Work</vt:lpstr>
      <vt:lpstr>Research Report Details</vt:lpstr>
      <vt:lpstr>Research Report Details</vt:lpstr>
      <vt:lpstr>Data Visualization Techniques</vt:lpstr>
      <vt:lpstr>Insights &amp; Key Findings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Singh</dc:creator>
  <cp:lastModifiedBy>Anish Singh</cp:lastModifiedBy>
  <cp:revision>2</cp:revision>
  <dcterms:created xsi:type="dcterms:W3CDTF">2024-10-07T12:06:06Z</dcterms:created>
  <dcterms:modified xsi:type="dcterms:W3CDTF">2024-10-07T13:10:05Z</dcterms:modified>
</cp:coreProperties>
</file>